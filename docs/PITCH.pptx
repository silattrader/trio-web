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Two camps in equity analysis: retail traders drowning in hot takes, institutional fund managers paying $24k per Bloomberg seat. The audience is whoever cares about honest, transparent, point-in-time-correct equity scoring — and we built it free, open-source.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pain. KWAP runs RM 185 billion through Bloomberg. A Malaysian retail trader has WhatsApp groups. The tooling gap is real and offensive — and it's the gap we set out to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engine serves a retail trader picking 5 stocks for their EPF top-up AND a family office vetting a new long-short basket. The contract is identical; only the audience-facing copy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in this table is a deliberate architectural choice with a tradeoff. PIT cost us months of plumbing complexity. The promotion gate cost us 'MLA always wins' marketing. BYOK cost us recurring revenue. We made the honest choice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tell — show. Have the live demo on a second monitor or projector. Run through it in 60 seconds. The factor radar is the moment the audience sees what makes this different. Slide 4 is the make-or-break.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hackathon hack. The pure-function engine + DI score functions is the kind of architecture you'd see in a paid quant platform. We built it that way because we want the demo to scale into real product if someone wants to fork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slide. These aren't backtests we cherry-picked — they're verified by scripts/walk_forward_gate.py in the public repo. Anyone can clone and reproduce. That reproducibility is the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into this. Tell the audience: 'If you trust a tool that claims a model never loses, you're being sold something. We tell you exactly when ours did. That's the institutional standard, and now it's free.'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number per audience. To retail traders: 'free.' To institutional: 'your existing Bloomberg key, but the analysis is auditable.' To engineers / B2B prospects: 'this is how you build a factor model.'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'we're going to build it' pitch. It's a 'we already built it, here's where we go next.' The roadmap exists to show the team can execute AND to size the B2B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asks, four audiences, one slide. Don't try to convert everyone with the same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warmly. Thank the panel. The disclaimer slide turns a legal nicety into a positioning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factor scoring</a:t>
            </a:r>
            <a:endParaRPr lang="en-US" sz="5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566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 PIT-honest scoring  ·  RBA + ML  ·  walk-forward verified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·  github.com/silattrader/trio-web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034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11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retail-vs-institutional divide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31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73152" cy="2468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hot-takes  ·  Reddit hype  ·  WhatsApp signal services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engagement, not honesty.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bias is rampant.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645920"/>
            <a:ext cx="393192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645920"/>
            <a:ext cx="73152" cy="24688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FUND MANAGERS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($24k/seat/yr)  ·  Refinitiv  ·  FactSet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gated by ability to pay,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the question being asked.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ships </a:t>
            </a:r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factor-based, point-in-time-honest</a:t>
            </a:r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equity analysis as </a:t>
            </a:r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 infrastructure.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11  · 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Web — one engine, both audiences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</a:t>
            </a:r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equity scoring with a </a:t>
            </a:r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gate-passed ML model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194560"/>
            <a:ext cx="7772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945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RBA engines + 1 MLA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BOS, BOS-Flow, MOS-Graham, 4-Factor, MLA. Single stable JSON contract — UI never branches.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94560"/>
            <a:ext cx="7772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9456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331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· Form 4 · Wikipedia attention · FMP analyst consensus. filed ≤ as_of. Zero lookahead.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20440"/>
            <a:ext cx="7772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2044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Bring-your-own-keys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Stripe, no SaaS infrastructure. Users plug free API keys; we call providers as them.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3977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520440"/>
            <a:ext cx="77724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520440"/>
            <a:ext cx="77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40233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· 140 tests passing · CI green. Anyone can fork, audit, or self-host on day one.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11  · 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genuinely new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reinvent factor scoring. We integrated four things that don't usually live together.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Composable PIT data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free tools cheat with today's fundamentals. We pull filed ≤ as_of from SEC EDGAR. No lookahead.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RBA + MLA with hard promotion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ships first. ML can only replace it after backtesting better. Institutional governance, in open source.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Walk-forward verified, not single-window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published the 2 windows where the model lost. Rigor judges who've trained models will recognize.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BYOK = free for everyone, scalable forever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paywall. Retail uses free tiers. Institutions plug in their existing $24k Bloomberg key.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11  · 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what you can do right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Vercel deploy ready in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docs/DEPLOY.md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 min)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754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 Try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KLCI tickers ranked · factor radar · BUY-BUY → SELL-SELL chips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model: BOS → BOS-Flow → MLA-v0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universe, three opinions, side by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a factor weight slider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re-ranks live in 350 ms (debounced)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S&amp;P 500 top 100 preset → Fetch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yfinance fetch + scoring in ~5 seconds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Paste FMP key in BYOK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PIT analyst data flows; coverage badges flip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SMA backtest on AAPL/MSFT/NVDA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curve vs benchmark · CAGR · Sharpe · MaxDD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Walk-forward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OOS windows, per-window stats, aggregate dispersion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11  ·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long game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1371600"/>
            <a:ext cx="3291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371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Next.js + Tailwind + recharts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874520"/>
            <a:ext cx="0" cy="4572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66344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+ X-TRIO-* headers  (BYOK)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420624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uvicorn  ·  contextvars middleware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94460" y="2880360"/>
            <a:ext cx="0" cy="822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 ·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· 4F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7812" y="2880360"/>
            <a:ext cx="0" cy="822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13432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3794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13432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1164" y="2880360"/>
            <a:ext cx="0" cy="822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986784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3794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86784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· pit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walk-fwd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14516" y="2880360"/>
            <a:ext cx="0" cy="822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660136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0136" y="3794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0136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· FMP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· Form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7868" y="2880360"/>
            <a:ext cx="0" cy="82296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33488" y="3703320"/>
            <a:ext cx="1508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3488" y="3794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33488" y="4160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· pure-function backtester · per-request key isolation · cached HTTP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11  · 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that beat sales pitches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 run · 2022–2023 OOS · model trained 2018–2021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RBA-BOS-Flow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MLA-7-factor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+16.78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+12.54%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+7.81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-5.95 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23360"/>
            <a:ext cx="81381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4023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ACROSS 6 OOS WINDOWS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+11.6 pp CAGR lift  ·  4 of 6 windows promote (67%)  ·  reproduce via scripts/walk_forward_gate.py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11  ·  HONESTY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windows where MLA lost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demos hide losses. We documented them.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28016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2021-H1  bull leg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-24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2021-H2  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2022-H1  rate shock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2022-H2  capitulation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2023-H1  bottom-bounce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2023-H2  AI rally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MLA 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year, wins compound. 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single quarter, ~1-in-3 chance of underperforming. We tell you. </a:t>
            </a:r>
            <a:pPr algn="ctr" indent="0" marL="0">
              <a:buNone/>
            </a:pPr>
            <a:r>
              <a:rPr lang="en-US" sz="12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institutional standard, now free.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11  · 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— measurable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2697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90B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retail trading turnover (2024)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3566160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participants use chat groups. TRIO Web: free, transparent, auditable, no signal-service pitch.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01568" y="150876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508760"/>
            <a:ext cx="2697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1568" y="2286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$30k–100k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584448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analyst per year on Bloomberg/FactSet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50208" y="3566160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lets institutions plug existing keys into open-source frontend. Marginal cost: zero.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0216" y="1508760"/>
            <a:ext cx="26974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1508760"/>
            <a:ext cx="2697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0216" y="2286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$5k–25k/yr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483096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private deployment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3566160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703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offices, boutique funds, robo-advisors. One contract pays for the project's first year.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11  · 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70%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914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54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P0–P3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scoring + 4 RBA engines + 4 data providers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52360" y="1554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81381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57400"/>
            <a:ext cx="914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057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Backtester + walk-forward harness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52360" y="2057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60320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560320"/>
            <a:ext cx="914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2560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pipeline + MLA + promotion gate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81381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63240"/>
            <a:ext cx="9144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063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expansion + BYOK + public repo + CI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2360" y="3063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8138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66160"/>
            <a:ext cx="9144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66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35661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 (Render + Vercel, ~10 min)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069080"/>
            <a:ext cx="813816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069080"/>
            <a:ext cx="91440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40690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13F-HR · Bursa scraper for KLCI · MIROFISH swarm-sim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5236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from concept to gate-passed result: 3 working days. Every commit on public main.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11  · 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00784"/>
            <a:ext cx="393192" cy="3931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078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184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JUDGES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the rubric — appendix maps each criterion to slides.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478024"/>
            <a:ext cx="393192" cy="3931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7802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957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PARTNERS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call. Bring a universe + date range. We run a walk-forward gate live.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255264"/>
            <a:ext cx="393192" cy="3931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552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172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Star, fork, contribute.  github.com/silattrader/trio-web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8620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032504"/>
            <a:ext cx="393192" cy="3931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3250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9502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MARKET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4206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quant / quant-eng / ML-platform roles. 3 days · gate-passed ML · public.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508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·  Decision-support only — not investment advice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not advice.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feature.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13716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Web is research and decision-support tooling. Not licensed investment advice.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opinion derived from public-domain factor models on publicly-available data.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this positioning deliberately — open, free, transparent, auditable, fork-able.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5948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github.com/silattrader/trio-web   ·   silattrader@gmail.com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TRIO 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TRIO Web — Transparent factor scoring</dc:title>
  <dc:subject>PptxGenJS Presentation</dc:subject>
  <dc:creator>silattrader</dc:creator>
  <cp:lastModifiedBy>silattrader</cp:lastModifiedBy>
  <cp:revision>1</cp:revision>
  <dcterms:created xsi:type="dcterms:W3CDTF">2026-04-27T00:25:04Z</dcterms:created>
  <dcterms:modified xsi:type="dcterms:W3CDTF">2026-04-27T00:25:04Z</dcterms:modified>
</cp:coreProperties>
</file>